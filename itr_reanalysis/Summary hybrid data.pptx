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ybrid-ITR" id="{14169E84-422C-49F2-AAE3-E490B2DD458F}">
          <p14:sldIdLst>
            <p14:sldId id="269"/>
            <p14:sldId id="270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404" autoAdjust="0"/>
  </p:normalViewPr>
  <p:slideViewPr>
    <p:cSldViewPr snapToGrid="0">
      <p:cViewPr varScale="1">
        <p:scale>
          <a:sx n="106" d="100"/>
          <a:sy n="106" d="100"/>
        </p:scale>
        <p:origin x="14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B1FC-B246-AB27-6E0D-E951E049D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BB682-2183-CAB8-56CB-25DC987FB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D12D0-F0D8-B8F3-2E14-06DD5DF8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D24BE-0712-92B0-1EE9-8C157C1C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4759-1D66-3193-60C6-2AEFF2CE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9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477C-FE74-808C-3D93-F6ED6511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02DE-5034-52F5-8258-BF0E0DDAB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5A269-B4ED-5CE5-80CF-92AF6C1C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615AF-8882-58AD-A23D-D1DAF2955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A5B67-EC94-A7D0-B07A-5F430929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9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E010-A3A0-0E1C-899F-4D46D78E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18CDD-E704-1C39-F965-CC65DA585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682BD-85DA-D309-5FFF-150A9B06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A34FD-D817-EC77-EEC4-BF48040A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38A1E-7D0E-4591-808B-1A48EEAD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5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F263-C972-1D6B-D89F-4DCB6ACC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4EC4-3191-298B-8009-EFD4DE2C2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9ED73-7EF3-611E-6984-4E9F7504A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D7C28-E02A-24AF-DB64-CEC39945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B53E0-EE01-7822-120A-0EAF467F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BA0D7-C230-1A8A-0053-8102148D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91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AEC0-970F-EC76-5AF9-49BDA543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70F78-731C-E45C-39E8-1FF55ED22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5E23F-DC9B-E7C9-30B4-285418653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38988-9860-9A34-F329-8D6DAC192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0F8D83-0814-CBEA-5777-45C7D199A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9C5A6D-BC7E-7EA7-1F24-BA5CA2A0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9808F-943D-AE1A-1BFA-DFAECD50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B7F724-1BE0-21E3-4CC2-CED4B64F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1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80D1-CC96-B78C-2111-96E884F9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D5258-BFAC-8704-386A-392479DA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FBA66-6665-2E2A-7123-13C97BF1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AE553-9B4A-037B-1407-198A02BA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4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F1155-E442-E9FF-6E6E-F472D7D3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A1C93-D5C2-2BA0-7B61-25A4DFE1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39674-951B-93B3-6C04-C7DADDA9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4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59E3-3E74-62D8-765A-671F8231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7976-735F-4874-56A8-B09390EF7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B7589-D88C-12A3-8150-4D79311A8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7E7DC-D967-A3C9-F3B4-2AA3C9BA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8EBA6-ED46-434D-98C6-CF0D4777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FBA10-AEF9-9821-7C69-DDF2D48D3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9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9C24F-FC9B-6F60-387E-2AEA037F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2AC52-7514-43A4-4965-2B904B501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B08CC-5619-97A8-4663-DEF7243A8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CC684-2305-BBBE-1CFB-137916DA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1B915-C8B9-D10C-4A8C-8773EA51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5941C-3DB5-31E7-0A10-F4B1C61C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0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199C-65FC-85BD-BAB0-F381A0687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2F32D-86F6-93C7-6EB9-D9C9D3D42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5B215-BA59-FAEE-04C5-D229677F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78B24-7271-3F95-FC47-DF9EC016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B93E0-E968-95D4-85DC-C6EA312D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6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170A8-EBF8-5818-66F2-31D350D19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C059D-3BC9-0655-D2D8-CF183B060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C3E36-96E1-8E40-5C25-0BA1F30B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DDF5-28C6-A190-7292-EE14E3A3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BCC9-1A68-1973-E6D6-5C00C119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3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353A5-78D8-2052-09BE-115610F6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356AB-14D7-8D94-E39D-6DC0C085D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BD9D7-BC5D-939B-41D8-18A67379E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464A6-91E7-4823-A6A2-A564B0C5465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11D1-94A0-7110-3C72-5E81BA38B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CE170-E345-105B-615D-BB40B94F4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8EC2C-3F28-4320-AE32-0F55F897E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94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5AFDD1-EA84-DED6-C04C-AE0746DBB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305" y="854226"/>
            <a:ext cx="2570607" cy="5149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2C483C-9BD5-80EF-F037-E7719761DF7E}"/>
              </a:ext>
            </a:extLst>
          </p:cNvPr>
          <p:cNvSpPr txBox="1"/>
          <p:nvPr/>
        </p:nvSpPr>
        <p:spPr>
          <a:xfrm>
            <a:off x="6172955" y="304871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10D3C-D1C4-1A74-E5B8-0F978043151C}"/>
              </a:ext>
            </a:extLst>
          </p:cNvPr>
          <p:cNvSpPr txBox="1"/>
          <p:nvPr/>
        </p:nvSpPr>
        <p:spPr>
          <a:xfrm>
            <a:off x="6166919" y="126368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5B362-CB36-FAF2-862A-A03F7779F4B1}"/>
              </a:ext>
            </a:extLst>
          </p:cNvPr>
          <p:cNvSpPr txBox="1"/>
          <p:nvPr/>
        </p:nvSpPr>
        <p:spPr>
          <a:xfrm>
            <a:off x="6166919" y="25287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31685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94E5DF-1909-E6B1-1210-988E56F32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4" y="0"/>
            <a:ext cx="104502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A2CF53-C2D5-3348-85CB-56288A677C81}"/>
              </a:ext>
            </a:extLst>
          </p:cNvPr>
          <p:cNvSpPr txBox="1"/>
          <p:nvPr/>
        </p:nvSpPr>
        <p:spPr>
          <a:xfrm>
            <a:off x="-55180" y="0"/>
            <a:ext cx="1627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*Expected size~2.9Kb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0400E-A01B-3A0E-4B61-D189265D3EB9}"/>
              </a:ext>
            </a:extLst>
          </p:cNvPr>
          <p:cNvSpPr txBox="1"/>
          <p:nvPr/>
        </p:nvSpPr>
        <p:spPr>
          <a:xfrm>
            <a:off x="479833" y="2381061"/>
            <a:ext cx="51285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Compared to WT-ITR, no </a:t>
            </a:r>
            <a:r>
              <a:rPr lang="en-US" sz="1200" b="1" dirty="0" err="1"/>
              <a:t>PmlI</a:t>
            </a:r>
            <a:r>
              <a:rPr lang="en-US" sz="1200" b="1" dirty="0"/>
              <a:t>:</a:t>
            </a:r>
          </a:p>
          <a:p>
            <a:r>
              <a:rPr lang="en-US" sz="1200" dirty="0"/>
              <a:t>1.2.9Kb full EGFP cassette increased from 1% to 5%, like </a:t>
            </a:r>
            <a:r>
              <a:rPr lang="en-US" sz="1200" dirty="0" err="1"/>
              <a:t>addgene</a:t>
            </a:r>
            <a:r>
              <a:rPr lang="en-US" sz="1200" dirty="0"/>
              <a:t> WT, great</a:t>
            </a:r>
          </a:p>
          <a:p>
            <a:r>
              <a:rPr lang="en-US" sz="1200" dirty="0"/>
              <a:t>2. 6.7/6.9Kb species disappeared (3 Amps)</a:t>
            </a:r>
          </a:p>
          <a:p>
            <a:r>
              <a:rPr lang="en-US" sz="1200" dirty="0"/>
              <a:t>3. New 4.3Kb species with &lt;0.5% (2 Amps)</a:t>
            </a:r>
          </a:p>
          <a:p>
            <a:r>
              <a:rPr lang="en-US" sz="1200" dirty="0"/>
              <a:t>4.1.5Kb species, similar %</a:t>
            </a:r>
          </a:p>
          <a:p>
            <a:r>
              <a:rPr lang="en-US" sz="1200" dirty="0"/>
              <a:t>5. 901bp species decreased a bit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87AE1-8952-7C56-F2E4-3793C245B9D6}"/>
              </a:ext>
            </a:extLst>
          </p:cNvPr>
          <p:cNvSpPr txBox="1"/>
          <p:nvPr/>
        </p:nvSpPr>
        <p:spPr>
          <a:xfrm>
            <a:off x="6966857" y="561315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137bp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D004E-7A06-4551-2B6D-B9CC9B03413C}"/>
              </a:ext>
            </a:extLst>
          </p:cNvPr>
          <p:cNvSpPr txBox="1"/>
          <p:nvPr/>
        </p:nvSpPr>
        <p:spPr>
          <a:xfrm>
            <a:off x="1572317" y="561314"/>
            <a:ext cx="579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145bp!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AE37D-55E1-C681-CB50-B59A8F7B9725}"/>
              </a:ext>
            </a:extLst>
          </p:cNvPr>
          <p:cNvSpPr txBox="1"/>
          <p:nvPr/>
        </p:nvSpPr>
        <p:spPr>
          <a:xfrm>
            <a:off x="2652666" y="295145"/>
            <a:ext cx="4403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Bad news: 3’dBC-ITR got repaired from 104bp back to WT 145bp</a:t>
            </a:r>
          </a:p>
        </p:txBody>
      </p:sp>
    </p:spTree>
    <p:extLst>
      <p:ext uri="{BB962C8B-B14F-4D97-AF65-F5344CB8AC3E}">
        <p14:creationId xmlns:p14="http://schemas.microsoft.com/office/powerpoint/2010/main" val="406973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2BA099-E911-04F9-6545-AA98F8F5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1"/>
            <a:ext cx="12192000" cy="3221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67E9A6-1470-EFD3-066B-ADC869D06C4B}"/>
              </a:ext>
            </a:extLst>
          </p:cNvPr>
          <p:cNvSpPr txBox="1"/>
          <p:nvPr/>
        </p:nvSpPr>
        <p:spPr>
          <a:xfrm>
            <a:off x="0" y="0"/>
            <a:ext cx="5171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Hybrid: 5’WT-ITR+3’dBC-ITR(104bp)=2834bp</a:t>
            </a:r>
          </a:p>
          <a:p>
            <a:r>
              <a:rPr lang="en-US" sz="1200" dirty="0"/>
              <a:t>If 3’dBC-ITR is repaired to 145bp=2875bp</a:t>
            </a:r>
          </a:p>
          <a:p>
            <a:r>
              <a:rPr lang="en-US" sz="1200" dirty="0"/>
              <a:t>The assembly 1 seq result says=2870bp with 5’ITR=137bp, 3’ITR=WT, 145bp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BE7E0D-774F-B672-AB78-CEBC2F3CA8B3}"/>
              </a:ext>
            </a:extLst>
          </p:cNvPr>
          <p:cNvCxnSpPr/>
          <p:nvPr/>
        </p:nvCxnSpPr>
        <p:spPr>
          <a:xfrm>
            <a:off x="6210677" y="1851837"/>
            <a:ext cx="217283" cy="6156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23D60D-B662-4625-B711-4A7A74A02A42}"/>
              </a:ext>
            </a:extLst>
          </p:cNvPr>
          <p:cNvCxnSpPr>
            <a:cxnSpLocks/>
          </p:cNvCxnSpPr>
          <p:nvPr/>
        </p:nvCxnSpPr>
        <p:spPr>
          <a:xfrm flipH="1">
            <a:off x="7005873" y="646331"/>
            <a:ext cx="255006" cy="8522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D6E7BA7-0A2E-84C3-541E-D0CD39C0D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7629"/>
            <a:ext cx="12192000" cy="300699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9E969C-D3C2-D767-533C-1CA0B36553DA}"/>
              </a:ext>
            </a:extLst>
          </p:cNvPr>
          <p:cNvCxnSpPr>
            <a:cxnSpLocks/>
          </p:cNvCxnSpPr>
          <p:nvPr/>
        </p:nvCxnSpPr>
        <p:spPr>
          <a:xfrm>
            <a:off x="4807390" y="4409038"/>
            <a:ext cx="116186" cy="228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0F813E-A8C3-DAD2-48A7-B4C5AB4A50B0}"/>
              </a:ext>
            </a:extLst>
          </p:cNvPr>
          <p:cNvCxnSpPr>
            <a:cxnSpLocks/>
          </p:cNvCxnSpPr>
          <p:nvPr/>
        </p:nvCxnSpPr>
        <p:spPr>
          <a:xfrm flipH="1">
            <a:off x="6391746" y="4010686"/>
            <a:ext cx="144856" cy="243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82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115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Liu</dc:creator>
  <cp:lastModifiedBy>Chris Liu</cp:lastModifiedBy>
  <cp:revision>42</cp:revision>
  <dcterms:created xsi:type="dcterms:W3CDTF">2025-09-22T18:27:54Z</dcterms:created>
  <dcterms:modified xsi:type="dcterms:W3CDTF">2026-03-04T23:43:10Z</dcterms:modified>
</cp:coreProperties>
</file>